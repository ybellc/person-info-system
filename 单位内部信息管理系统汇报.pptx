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单位内部信息管理系统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A0B8D0"/>
                </a:solidFill>
                <a:latin typeface="微软雅黑"/>
                <a:ea typeface="微软雅黑"/>
              </a:rPr>
              <a:t>项目建设情况汇报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931920"/>
            <a:ext cx="2286000" cy="27432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8098B0"/>
                </a:solidFill>
                <a:latin typeface="微软雅黑"/>
                <a:ea typeface="微软雅黑"/>
              </a:rPr>
              <a:t>汇报人：信息中心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8098B0"/>
                </a:solidFill>
                <a:latin typeface="微软雅黑"/>
                <a:ea typeface="微软雅黑"/>
              </a:rPr>
              <a:t>2026年8月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B578A"/>
                </a:solidFill>
                <a:latin typeface="微软雅黑"/>
                <a:ea typeface="微软雅黑"/>
              </a:rPr>
              <a:t>一、项目背景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单位内部信息管理系统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B578A"/>
                </a:solidFill>
                <a:latin typeface="微软雅黑"/>
                <a:ea typeface="微软雅黑"/>
              </a:rPr>
              <a:t>传统办公模式下的主要痛点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人员信息分散管理：员工档案以纸质或Excel形式分散保存，查询效率低，更新不及时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表单收集靠人工：工资条、考核表、信息采集等需逐个发邮件/微信群收集，汇总耗时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审批流程纸质化：请假、报销、用章等申请需纸质流转，审批进度不透明，追溯困难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数据重复录入：员工每次填表都需重复填写姓名、部门等基础信息，体验差、易出错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信息安全隐患：邮件和微信群传输敏感信息，缺乏权限管控和操作审计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B578A"/>
                </a:solidFill>
                <a:latin typeface="微软雅黑"/>
                <a:ea typeface="微软雅黑"/>
              </a:rPr>
              <a:t>目标：建设统一的内部信息管理系统，实现人员档案数字化、审批流程在线化、表单收集智能化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B578A"/>
                </a:solidFill>
                <a:latin typeface="微软雅黑"/>
                <a:ea typeface="微软雅黑"/>
              </a:rPr>
              <a:t>二、系统概览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单位内部信息管理系统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B578A"/>
                </a:solidFill>
                <a:latin typeface="微软雅黑"/>
                <a:ea typeface="微软雅黑"/>
              </a:rPr>
              <a:t>系统已实现的核心功能模块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4864" cy="12344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人员档案管理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全员电子档案，支持自定义字段、简历智能识别建档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54864" cy="12344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OA流程审批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请假/报销/用章/出差四类流程，动态审批链路，退回修改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46120"/>
            <a:ext cx="54864" cy="12344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33756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智能表格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74904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上传文档自动识别字段，下发填写，原模板导出，一站式收集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246120"/>
            <a:ext cx="54864" cy="12344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33756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组织架构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4904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单位/部门/岗位/职级体系管理，审批人自动匹配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663440"/>
            <a:ext cx="54864" cy="12344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7548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通知公告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16636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在线发布通知，已读未读跟踪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4663440"/>
            <a:ext cx="54864" cy="12344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7548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系统安全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16636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RBAC权限管控，密码策略，账号锁定，操作审计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126480"/>
            <a:ext cx="10515600" cy="36576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C8C8C"/>
                </a:solidFill>
                <a:latin typeface="微软雅黑"/>
                <a:ea typeface="微软雅黑"/>
              </a:rPr>
              <a:t>技术架构：Python FastAPI + Vue 3 + SQLite  |  单进程部署，支持内网服务器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B578A"/>
                </a:solidFill>
                <a:latin typeface="微软雅黑"/>
                <a:ea typeface="微软雅黑"/>
              </a:rPr>
              <a:t>三、功能演示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单位内部信息管理系统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B578A"/>
                </a:solidFill>
                <a:latin typeface="微软雅黑"/>
                <a:ea typeface="微软雅黑"/>
              </a:rPr>
              <a:t>现场操作演示以下核心流程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640080" cy="10058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6400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011680"/>
            <a:ext cx="987552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148840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B578A"/>
                </a:solidFill>
                <a:latin typeface="微软雅黑"/>
                <a:ea typeface="微软雅黑"/>
              </a:rPr>
              <a:t>人员档案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560320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查看人员档案 → 上传简历自动识别填充 → 人事批量导入建档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91840"/>
            <a:ext cx="640080" cy="10058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6400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291840"/>
            <a:ext cx="987552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3429000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B578A"/>
                </a:solidFill>
                <a:latin typeface="微软雅黑"/>
                <a:ea typeface="微软雅黑"/>
              </a:rPr>
              <a:t>流程审批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40480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发起请假申请 → 部门领导审批 → 人事审批 → 查看流转进度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72000"/>
            <a:ext cx="640080" cy="10058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6400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572000"/>
            <a:ext cx="987552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4709160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B578A"/>
                </a:solidFill>
                <a:latin typeface="微软雅黑"/>
                <a:ea typeface="微软雅黑"/>
              </a:rPr>
              <a:t>智能表格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120640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上传Word文档 → 智能识别字段 → 标注配置 → 下发填写 → 收集导出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8C8C8C"/>
                </a:solidFill>
                <a:latin typeface="微软雅黑"/>
                <a:ea typeface="微软雅黑"/>
              </a:rPr>
              <a:t>（现场打开系统网页进行操作演示）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B578A"/>
                </a:solidFill>
                <a:latin typeface="微软雅黑"/>
                <a:ea typeface="微软雅黑"/>
              </a:rPr>
              <a:t>四、现存问题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单位内部信息管理系统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444752"/>
            <a:ext cx="109728" cy="109728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3716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历史数据不完整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37160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部分早期通过接口创建的智能表单缺失源文件，无法导出原模板，需逐步补传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04872"/>
            <a:ext cx="109728" cy="109728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33172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PDF处理能力有限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3172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PDF文档已支持上传识别和标注，但预览渲染和回填精度仍需优化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364992"/>
            <a:ext cx="109728" cy="109728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29184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移动端未适配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29184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系统主要面向PC端，手机/平板访问时部分页面布局和交互体验不佳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325112"/>
            <a:ext cx="109728" cy="109728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5196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缺少消息推送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25196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流程待办、填写任务通知仅依赖登录后查看，无邮件/短信主动推送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285232"/>
            <a:ext cx="109728" cy="109728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2120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数据量承载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21208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当前使用SQLite，高并发场景下需迁移至PostgreSQL/MySQL以保障性能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126480"/>
            <a:ext cx="10515600" cy="36576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C8C8C"/>
                </a:solidFill>
                <a:latin typeface="微软雅黑"/>
                <a:ea typeface="微软雅黑"/>
              </a:rPr>
              <a:t>以上问题均已纳入近期迭代计划，不影响系统核心功能的正常使用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B578A"/>
                </a:solidFill>
                <a:latin typeface="微软雅黑"/>
                <a:ea typeface="微软雅黑"/>
              </a:rPr>
              <a:t>五、未来展望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单位内部信息管理系统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近期计划（1-3个月）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消息通知：流程待办、填写任务到期前自动发送邮件提醒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智能表格增强：到期催办、数据交叉校验、移动端适配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报表统计：人员结构分析、流程效率统计、可视化看板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中期计划（3-6个月）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审批流集成：与OA系统对接，支持自定义审批流程和电子签章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智能模板市场：内置入职、调岗、请假等常见表单模板，一键发放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数据迁移：数据库迁移至PostgreSQL，支撑更大规模并发使用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长期目标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AI语义理解 + 跨部门数据联动 + 国密加密审计，打造安全、智能、高效的单位信息化平台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468880"/>
            <a:ext cx="1371600" cy="36576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5B9BD5"/>
                </a:solidFill>
                <a:latin typeface="微软雅黑"/>
                <a:ea typeface="微软雅黑"/>
              </a:rPr>
              <a:t>已完成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92608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人员档案、OA审批、智能表格、组织架构等核心模块全部上线，可投入实际使用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5B9BD5"/>
                </a:solidFill>
                <a:latin typeface="微软雅黑"/>
                <a:ea typeface="微软雅黑"/>
              </a:rPr>
              <a:t>已保障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84048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权限校验、密码策略、路径防护等安全机制全面覆盖，满足内网部署要求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5B9BD5"/>
                </a:solidFill>
                <a:latin typeface="微软雅黑"/>
                <a:ea typeface="微软雅黑"/>
              </a:rPr>
              <a:t>下一步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75488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完善消息通知、移动适配、报表统计，逐步推进AI智能化与跨系统集成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5943600"/>
            <a:ext cx="2103120" cy="27432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0807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请领导批示，谢谢！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