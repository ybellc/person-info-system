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内部人员信息管理系统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A0B8D0"/>
                </a:solidFill>
                <a:latin typeface="微软雅黑"/>
                <a:ea typeface="微软雅黑"/>
              </a:rPr>
              <a:t>项目建设情况汇报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228600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汇报人：信息中心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098B0"/>
                </a:solidFill>
                <a:latin typeface="微软雅黑"/>
                <a:ea typeface="微软雅黑"/>
              </a:rP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一、项目背景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传统办公模式下的主要痛点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人员信息分散管理：员工档案以纸质或Excel形式分散保存，查询效率低，更新不及时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表单收集靠人工：工资条、考核表、信息采集等需逐个发邮件/微信群收集，汇总耗时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审批流程纸质化：请假、报销、用章等申请需纸质流转，审批进度不透明，追溯困难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数据重复录入：员工每次填表都需重复填写姓名、部门等基础信息，体验差、易出错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信息安全隐患：邮件和微信群传输敏感信息，缺乏权限管控和操作审计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目标：建设统一的内部人员信息管理系统，实现人员档案数字化、审批流程在线化、表单收集智能化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二、系统概览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系统已实现的核心功能模块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人员档案管理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全员电子档案，支持自定义字段、简历智能识别建档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OA流程审批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请假/报销/用章/出差四类流程，动态审批链路，退回修改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上传文档自动识别字段，下发填写，原模板导出，一站式收集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4612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4904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单位/部门/岗位/职级体系管理，审批人自动匹配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通知公告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在线发布通知，已读未读跟踪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663440"/>
            <a:ext cx="54864" cy="12344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系统安全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RBAC权限管控，密码策略，账号锁定，操作审计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技术架构：Python FastAPI + Vue 3 + SQLite  |  单进程部署，支持内网服务器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三、功能演示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现场操作演示以下核心流程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1168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人员档案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查看人员档案 → 上传简历自动识别填充 → 人事批量导入建档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流程审批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4048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发起请假申请 → 部门领导审批 → 人事审批 → 查看流转进度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6400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72000"/>
            <a:ext cx="98755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70916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B578A"/>
                </a:solidFill>
                <a:latin typeface="微软雅黑"/>
                <a:ea typeface="微软雅黑"/>
              </a:rPr>
              <a:t>智能表格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20640"/>
            <a:ext cx="9326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上传Word文档 → 智能识别字段 → 标注配置 → 下发填写 → 收集导出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C8C8C"/>
                </a:solidFill>
                <a:latin typeface="微软雅黑"/>
                <a:ea typeface="微软雅黑"/>
              </a:rPr>
              <a:t>（现场打开系统网页进行操作演示）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四、现存问题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4475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尚未上线运行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系统目前在开发环境完成功能验证，尚未部署到内网服务器进行实际运行测试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0487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业务需求待深入了解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刚入职不久，对各科室具体业务流程和实际使用需求了解还不充分，需要边用边摸索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6499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缺少统一消息中心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通知公告、待办事项、审批提醒、填写任务等通知分散在各模块，缺乏统一的站内信消息入口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2511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缺少主动推送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196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流程待办、填写任务通知仅依赖登录后查看，无邮件/系统弹窗等主动提醒方式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285232"/>
            <a:ext cx="109728" cy="10972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/>
                <a:ea typeface="微软雅黑"/>
              </a:rPr>
              <a:t>PDF处理有限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1208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PDF文档已支持上传识别和标注，但预览渲染和回填精度仍需优化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/>
                <a:ea typeface="微软雅黑"/>
              </a:rPr>
              <a:t>当前策略：先部署上线、小范围试运行，收集实际使用反馈后再逐步完善和增加新功能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B578A"/>
                </a:solidFill>
                <a:latin typeface="微软雅黑"/>
                <a:ea typeface="微软雅黑"/>
              </a:rPr>
              <a:t>五、未来展望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/>
                <a:ea typeface="微软雅黑"/>
              </a:rPr>
              <a:t>单位内部信息管理系统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近期计划（1-3个月）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部署上线：部署到内网服务器，小范围试运行，收集实际使用反馈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逐步完善：根据反馈修复问题，搭建统一消息中心、邮件提醒等基础体验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深入了解需求：与各科室沟通，梳理实际业务流程和使用场景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中期计划（3-6个月）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按需增加功能：根据试运行中发现的实际需求，逐步增加报表统计、模板市场等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流程优化：与现有OA系统对接，支持自定义审批流程和电子签章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78A"/>
                </a:solidFill>
                <a:latin typeface="微软雅黑"/>
                <a:ea typeface="微软雅黑"/>
              </a:rPr>
              <a:t>— 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数据迁移：根据使用规模，适时将数据库迁移至PostgreSQL/MySQL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/>
                <a:ea typeface="微软雅黑"/>
              </a:rPr>
              <a:t>长期目标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持续迭代优化，逐步引入AI辅助、跨部门数据联动、国密加密审计，打造安全、智能、高效的人员信息管理平台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1371600" cy="36576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9260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人员档案、OA审批、智能表格、组织架构等核心模块开发完成，通过功能验证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已保障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8404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权限校验、密码策略、路径防护等安全机制全面覆盖，满足内网部署要求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B9BD5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7548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部署上线、小范围试运行，根据实际使用反馈逐步完善和增加新功能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943600"/>
            <a:ext cx="2103120" cy="27432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请领导批示，谢谢！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