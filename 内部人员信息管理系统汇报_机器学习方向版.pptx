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49.xml"/><Relationship Id="rId30" Type="http://schemas.openxmlformats.org/officeDocument/2006/relationships/tags" Target="../tags/tag48.xml"/><Relationship Id="rId3" Type="http://schemas.openxmlformats.org/officeDocument/2006/relationships/tags" Target="../tags/tag21.xml"/><Relationship Id="rId29" Type="http://schemas.openxmlformats.org/officeDocument/2006/relationships/tags" Target="../tags/tag47.xml"/><Relationship Id="rId28" Type="http://schemas.openxmlformats.org/officeDocument/2006/relationships/tags" Target="../tags/tag46.xml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基于机器学习的文档识别与数智化管理</a:t>
            </a:r>
            <a:endParaRPr sz="14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内部人员信息管理系统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A0B8D0"/>
                </a:solidFill>
                <a:latin typeface="微软雅黑" panose="020B0503020204020204" charset="-122"/>
                <a:ea typeface="微软雅黑" panose="020B0503020204020204" charset="-122"/>
              </a:rPr>
              <a:t>项目建设情况汇报</a:t>
            </a:r>
            <a:endParaRPr sz="2200" b="0">
              <a:solidFill>
                <a:srgbClr val="A0B8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7280" y="4023360"/>
            <a:ext cx="2286000" cy="27432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3219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098B0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sz="1500" b="0">
                <a:solidFill>
                  <a:srgbClr val="8098B0"/>
                </a:solidFill>
                <a:latin typeface="微软雅黑" panose="020B0503020204020204" charset="-122"/>
                <a:ea typeface="微软雅黑" panose="020B0503020204020204" charset="-122"/>
              </a:rPr>
              <a:t>杨琛</a:t>
            </a:r>
            <a:endParaRPr sz="1500" b="0">
              <a:solidFill>
                <a:srgbClr val="8098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8098B0"/>
                </a:solidFill>
                <a:latin typeface="微软雅黑" panose="020B0503020204020204" charset="-122"/>
                <a:ea typeface="微软雅黑" panose="020B0503020204020204" charset="-122"/>
              </a:rPr>
              <a:t>2026年8月</a:t>
            </a:r>
            <a:endParaRPr sz="1500" b="0">
              <a:solidFill>
                <a:srgbClr val="8098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一、个人研究背景与专业优势</a:t>
            </a:r>
            <a:endParaRPr sz="2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单位内部信息管理系统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专业：计算数学  |  研究方向：基于机器学习的图像处理、识别与分割</a:t>
            </a:r>
            <a:endParaRPr sz="18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611880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3611880" cy="73152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2606040"/>
            <a:ext cx="1371600" cy="18288"/>
          </a:xfrm>
          <a:prstGeom prst="rect">
            <a:avLst/>
          </a:prstGeom>
          <a:solidFill>
            <a:srgbClr val="C9A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 panose="020B0503020204020204" charset="-122"/>
                <a:ea typeface="微软雅黑" panose="020B0503020204020204" charset="-122"/>
              </a:rPr>
              <a:t>文档图像识别与版面分析</a:t>
            </a:r>
            <a:endParaRPr sz="1600" b="1">
              <a:solidFill>
                <a:srgbClr val="2B57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324612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研究如何从扫描文档、表格中自动提取结构化信息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涉及图像预处理、版面分割、OCR识别等技术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80559" y="1920240"/>
            <a:ext cx="3611880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1920240"/>
            <a:ext cx="3611880" cy="73152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214884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63439" y="2606040"/>
            <a:ext cx="1371600" cy="18288"/>
          </a:xfrm>
          <a:prstGeom prst="rect">
            <a:avLst/>
          </a:prstGeom>
          <a:solidFill>
            <a:srgbClr val="C9A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39" y="283464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 panose="020B0503020204020204" charset="-122"/>
                <a:ea typeface="微软雅黑" panose="020B0503020204020204" charset="-122"/>
              </a:rPr>
              <a:t>目标检测与图像分割</a:t>
            </a:r>
            <a:endParaRPr sz="1600" b="1">
              <a:solidFill>
                <a:srgbClr val="2B57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63439" y="3566160"/>
            <a:ext cx="324612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研究从图像中定位并分割出感兴趣区域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如签名区、印章区、证件照片、表格单元格等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598" y="1920240"/>
            <a:ext cx="3611880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8" y="1920240"/>
            <a:ext cx="3611880" cy="73152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8" y="214884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412478" y="2606040"/>
            <a:ext cx="1371600" cy="18288"/>
          </a:xfrm>
          <a:prstGeom prst="rect">
            <a:avLst/>
          </a:prstGeom>
          <a:solidFill>
            <a:srgbClr val="C9A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8" y="283464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578A"/>
                </a:solidFill>
                <a:latin typeface="微软雅黑" panose="020B0503020204020204" charset="-122"/>
                <a:ea typeface="微软雅黑" panose="020B0503020204020204" charset="-122"/>
              </a:rPr>
              <a:t>深度学习模型部署与优化</a:t>
            </a:r>
            <a:endParaRPr sz="1600" b="1">
              <a:solidFill>
                <a:srgbClr val="2B57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12478" y="3566160"/>
            <a:ext cx="324612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研究训练好的模型轻量化与加速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使其在普通办公电脑/内网服务器高效运行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建设信息管理系统过程中，持续将研究方向与单位实际需求结合，推动智能化落地</a:t>
            </a:r>
            <a:endParaRPr sz="14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二、项目建设背景</a:t>
            </a:r>
            <a:endParaRPr sz="2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单位内部信息管理系统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传统办公模式下的主要痛点</a:t>
            </a:r>
            <a:endParaRPr sz="18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人员信息分散管理：员工档案以纸质或Excel形式散落在各科室，查询效率低，更新不及时</a:t>
            </a:r>
            <a:endParaRPr sz="16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表单收集靠人工：工资条、考核表、信息采集表需逐个下发、收集、汇总，一份小表耗时30分钟</a:t>
            </a:r>
            <a:endParaRPr sz="16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审批流程纸质化：请假、用章、出差等申请拿着单子跑领导，进度不透明，追溯困难</a:t>
            </a:r>
            <a:endParaRPr sz="16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纸质档案数字化难：大量历史手写档案、证件复印件需手工录入，耗时耗力易出错，正是机器学习识别的重点场景</a:t>
            </a:r>
            <a:endParaRPr sz="16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—  </a:t>
            </a:r>
            <a:r>
              <a:rPr sz="16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信息安全有隐患：邮件、微信群传输敏感信息，缺乏权限管控和操作审计，出问题无法追溯</a:t>
            </a:r>
            <a:endParaRPr sz="16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目标：人员档案数字化、审批流程在线化、表单收集智能化、纸质文档识别自动化</a:t>
            </a:r>
            <a:endParaRPr sz="15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三、系统核心功能概览</a:t>
            </a:r>
            <a:endParaRPr sz="2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单位内部信息管理系统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六大核心模块，覆盖单位日常办公主要场景</a:t>
            </a:r>
            <a:endParaRPr sz="18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731520" y="1828800"/>
            <a:ext cx="54864" cy="123444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960120" y="192024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人员档案管理</a:t>
            </a:r>
            <a:endParaRPr sz="17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960120" y="2331720"/>
            <a:ext cx="4937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全员电子档案，支持自定义字段，简历智能识别，人事批量建档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4"/>
            </p:custDataLst>
          </p:nvPr>
        </p:nvSpPr>
        <p:spPr>
          <a:xfrm>
            <a:off x="6126480" y="1828800"/>
            <a:ext cx="54864" cy="123444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6355080" y="192024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OA流程审批</a:t>
            </a:r>
            <a:endParaRPr sz="17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6355080" y="2331720"/>
            <a:ext cx="4937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请假/报销/用章/出差四类流程，审批人自动匹配，含退回和流转记录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7"/>
            </p:custDataLst>
          </p:nvPr>
        </p:nvSpPr>
        <p:spPr>
          <a:xfrm>
            <a:off x="731520" y="3246120"/>
            <a:ext cx="54864" cy="123444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960120" y="333756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智能表格</a:t>
            </a:r>
            <a:endParaRPr sz="17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960120" y="3749040"/>
            <a:ext cx="4937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上传文档自动识别字段，AI智能生成表单，下发填写，原模板导出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6126480" y="3246120"/>
            <a:ext cx="54864" cy="123444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6355080" y="333756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组织架构管理</a:t>
            </a:r>
            <a:endParaRPr sz="17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6355080" y="3749040"/>
            <a:ext cx="4937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单位/部门/岗位/职级体系一体化，审批流程自动匹配基于此架构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3"/>
            </p:custDataLst>
          </p:nvPr>
        </p:nvSpPr>
        <p:spPr>
          <a:xfrm>
            <a:off x="731520" y="4663440"/>
            <a:ext cx="54864" cy="123444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960120" y="475488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统计报表</a:t>
            </a:r>
            <a:endParaRPr sz="17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960120" y="5166360"/>
            <a:ext cx="4937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上传Excel模板自动字段匹配，花名册/党员名册/学历统计一键导出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16"/>
            </p:custDataLst>
          </p:nvPr>
        </p:nvSpPr>
        <p:spPr>
          <a:xfrm>
            <a:off x="6126480" y="4663440"/>
            <a:ext cx="54864" cy="123444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7"/>
            </p:custDataLst>
          </p:nvPr>
        </p:nvSpPr>
        <p:spPr>
          <a:xfrm>
            <a:off x="6355080" y="4754880"/>
            <a:ext cx="4937760" cy="35242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系统安全</a:t>
            </a:r>
            <a:endParaRPr sz="17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6355080" y="5166360"/>
            <a:ext cx="4937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审计日志、数据备份、会话超时、权限管控、密码策略，共7项安全加固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515600" cy="3657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技术架构：Python FastAPI + Vue 3 + SQLite  |  单进程部署，内网服务器直接运行</a:t>
            </a:r>
            <a:endParaRPr sz="13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四、现场功能演示</a:t>
            </a:r>
            <a:endParaRPr sz="2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单位内部信息管理系统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四块核心流程演示，重点展示智能识别能力</a:t>
            </a:r>
            <a:endParaRPr sz="18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640080" cy="9144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6400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1920240"/>
            <a:ext cx="9875520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96596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人员档案 + 简历自动识别</a:t>
            </a:r>
            <a:endParaRPr sz="1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237744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打开人员档案 → 上传Word/PDF简历 → 系统自动提取40+字段 → 确认保存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686800" y="2103120"/>
            <a:ext cx="2377440" cy="54864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103120"/>
            <a:ext cx="23774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【文档版面分析 + 文本结构化提取】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2971800"/>
            <a:ext cx="640080" cy="9144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71800"/>
            <a:ext cx="6400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71600" y="2971800"/>
            <a:ext cx="9875520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01752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AI智能生成表单（机器学习场景分类）</a:t>
            </a:r>
            <a:endParaRPr sz="1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45920" y="342900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进入智能表格 → AI创建 → 输入'创建一份年度考核表' → 看推荐结果并保存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686800" y="3154680"/>
            <a:ext cx="2377440" cy="54864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154680"/>
            <a:ext cx="23774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【多关键词场景分类 + 智能字段映射】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640080" cy="9144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6400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71600" y="4023360"/>
            <a:ext cx="9875520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06908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审批流程在线流转</a:t>
            </a:r>
            <a:endParaRPr sz="1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45920" y="448056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员工发起请假申请 → 部门领导审批 → 人事审批 → 查看审批进度时间轴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686800" y="4206240"/>
            <a:ext cx="2377440" cy="54864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4206240"/>
            <a:ext cx="23774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【审批人自动匹配 + 完整流转记录】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1520" y="5074920"/>
            <a:ext cx="640080" cy="9144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74920"/>
            <a:ext cx="6400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371600" y="5074920"/>
            <a:ext cx="9875520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12064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报表智能匹配与导出</a:t>
            </a:r>
            <a:endParaRPr sz="1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45920" y="553212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上传花名册Excel模板 → 自动匹配系统字段 → 一键生成报表并下载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686800" y="5257800"/>
            <a:ext cx="2377440" cy="54864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5257800"/>
            <a:ext cx="23774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【三级匹配策略：精确→同义词→相似度】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（现场打开系统网页进行操作演示）</a:t>
            </a:r>
            <a:endParaRPr sz="14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五、近期完成的系统性安全加固（共7项）</a:t>
            </a:r>
            <a:endParaRPr sz="2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577342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1914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单位内部信息管理系统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109980"/>
            <a:ext cx="548640" cy="129844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09980"/>
            <a:ext cx="548640" cy="12984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34440" y="1109980"/>
            <a:ext cx="4846320" cy="12984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183132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审计日志系统</a:t>
            </a:r>
            <a:endParaRPr sz="14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1521460"/>
            <a:ext cx="4572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超管可查看所有操作记录：谁、在什么IP、做了什么、修改前后值。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登录日志含成功失败、失败原因。满足'可追溯'硬性要求。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6480" y="1109980"/>
            <a:ext cx="548640" cy="129844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09980"/>
            <a:ext cx="548640" cy="12984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75120" y="1109980"/>
            <a:ext cx="4846320" cy="12984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183132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数据库备份机制</a:t>
            </a:r>
            <a:endParaRPr sz="14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1521460"/>
            <a:ext cx="4572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超管界面一键备份/下载/删除，文件按时间戳命名，存服务器备份目录。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后续增加自动定时备份策略。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5800" y="2591308"/>
            <a:ext cx="548640" cy="129844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591308"/>
            <a:ext cx="548640" cy="12984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34440" y="2591308"/>
            <a:ext cx="4846320" cy="12984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266446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会话超时机制</a:t>
            </a:r>
            <a:endParaRPr sz="14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3002788"/>
            <a:ext cx="4572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30分钟无操作自动登出，提前1分钟弹窗提醒。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防止人员离开电脑后被他人操作，涉密系统标配。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6480" y="2591308"/>
            <a:ext cx="548640" cy="129844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591308"/>
            <a:ext cx="548640" cy="12984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675120" y="2591308"/>
            <a:ext cx="4846320" cy="12984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66446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生产环境配置模板</a:t>
            </a:r>
            <a:endParaRPr sz="14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0" y="3002788"/>
            <a:ext cx="4572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提供.env.production模板，部署时修改密钥、密码、数据库地址。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默认密钥和密码自动检测告警。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5800" y="4072636"/>
            <a:ext cx="548640" cy="129844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72636"/>
            <a:ext cx="548640" cy="12984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234440" y="4072636"/>
            <a:ext cx="4846320" cy="12984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4145788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API文档生产禁用</a:t>
            </a:r>
            <a:endParaRPr sz="14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4484116"/>
            <a:ext cx="4572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正式环境下/docs、/redoc、/openapi自动禁用。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防止接口信息暴露，降低被攻击风险。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26480" y="4072636"/>
            <a:ext cx="548640" cy="129844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072636"/>
            <a:ext cx="548640" cy="12984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675120" y="4072636"/>
            <a:ext cx="4846320" cy="12984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145788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CORS来源锁定</a:t>
            </a:r>
            <a:endParaRPr sz="14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0" y="4484116"/>
            <a:ext cx="4572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跨域访问从'允许所有'改为'仅允许配置的内网地址'。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收紧HTTP方法与请求头。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85800" y="5553964"/>
            <a:ext cx="548640" cy="129844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553964"/>
            <a:ext cx="548640" cy="12984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234440" y="5553964"/>
            <a:ext cx="4846320" cy="12984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7320" y="5627116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报表导出准确性修复</a:t>
            </a:r>
            <a:endParaRPr sz="14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7320" y="5965444"/>
            <a:ext cx="4572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修复自定义字段不填充、软删除数据泄露、模板旧数据残留三个bug。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导出数据确保准确无误。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六、已实现的AI能力（结合研究方向）</a:t>
            </a:r>
            <a:endParaRPr sz="2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单位内部信息管理系统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已初步应用研究方向的相关技术，为后续深度学习升级打好框架</a:t>
            </a:r>
            <a:endParaRPr sz="1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34924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349240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简历文档智能解析</a:t>
            </a:r>
            <a:endParaRPr sz="17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120" y="2468880"/>
            <a:ext cx="914400" cy="1828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06040"/>
            <a:ext cx="4937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上传Word/PDF简历，自动提取40+字段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（姓名、性别、学历、工作经历…）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0120" y="3246120"/>
            <a:ext cx="4892040" cy="438912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48920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文档版面分析 + 文本结构化提取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534924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828800"/>
            <a:ext cx="5349240" cy="54864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B578A"/>
                </a:solidFill>
                <a:latin typeface="微软雅黑" panose="020B0503020204020204" charset="-122"/>
                <a:ea typeface="微软雅黑" panose="020B0503020204020204" charset="-122"/>
              </a:rPr>
              <a:t>报表模板表头匹配</a:t>
            </a:r>
            <a:endParaRPr sz="1700" b="1">
              <a:solidFill>
                <a:srgbClr val="2B57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0" y="2468880"/>
            <a:ext cx="914400" cy="18288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4937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上传Excel模板，自动匹配表头与标准字段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置信度≥0.95自动确认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4892040" cy="438912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48920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三级匹配：精确→同义词词典→模糊相似度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（机器学习模式匹配基础方法）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1520" y="3977640"/>
            <a:ext cx="534924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77640"/>
            <a:ext cx="5349240" cy="54864"/>
          </a:xfrm>
          <a:prstGeom prst="rect">
            <a:avLst/>
          </a:prstGeom>
          <a:solidFill>
            <a:srgbClr val="C9A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1605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AI智能表单生成</a:t>
            </a:r>
            <a:endParaRPr sz="1700" b="1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60120" y="4617720"/>
            <a:ext cx="914400" cy="18288"/>
          </a:xfrm>
          <a:prstGeom prst="rect">
            <a:avLst/>
          </a:prstGeom>
          <a:solidFill>
            <a:srgbClr val="C9A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54880"/>
            <a:ext cx="4937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输入自然语言生成业务表单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如'年度考核表'→自动匹配10种预置场景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0120" y="5394960"/>
            <a:ext cx="4892040" cy="438912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394960"/>
            <a:ext cx="48920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多关键词场景分类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后续可替换为文本分类深度学习模型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72200" y="3977640"/>
            <a:ext cx="534924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977640"/>
            <a:ext cx="5349240" cy="54864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605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2A3A"/>
                </a:solidFill>
                <a:latin typeface="微软雅黑" panose="020B0503020204020204" charset="-122"/>
                <a:ea typeface="微软雅黑" panose="020B0503020204020204" charset="-122"/>
              </a:rPr>
              <a:t>身份证合法性校验</a:t>
            </a:r>
            <a:endParaRPr sz="1700" b="1">
              <a:solidFill>
                <a:srgbClr val="1A2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0" y="4617720"/>
            <a:ext cx="914400" cy="18288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754880"/>
            <a:ext cx="4937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内置18位身份证校验码算法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自动校验格式、提取出生日期、计算年龄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800" y="5394960"/>
            <a:ext cx="4892040" cy="438912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394960"/>
            <a:ext cx="48920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结构化数据验证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保证基础数据质量</a:t>
            </a:r>
            <a:endParaRPr sz="1100" b="0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4914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七、基于研究方向的未来规划</a:t>
            </a:r>
            <a:endParaRPr sz="2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6454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1184890" cy="762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单位内部信息管理系统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515600" cy="3219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5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未来</a:t>
            </a:r>
            <a:r>
              <a:rPr sz="15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具体落地事项</a:t>
            </a:r>
            <a:endParaRPr sz="15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731520" y="1513840"/>
            <a:ext cx="2962910" cy="86868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731520" y="1802448"/>
            <a:ext cx="2962910" cy="2914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手写表格识别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3"/>
            </p:custDataLst>
          </p:nvPr>
        </p:nvSpPr>
        <p:spPr>
          <a:xfrm>
            <a:off x="3566160" y="1513840"/>
            <a:ext cx="8030210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3703320" y="1559560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痛点：痛点：历史手写登记表人工录入需30分钟/份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3703320" y="1788160"/>
            <a:ext cx="7813675" cy="305435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方案：方案：扫描件预处理 → 版面分割（实例分割模型切分单元格）→ 手写字符识别（CRNN）→ 自动回填档案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3703320" y="2080895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效果：效果：录入时间从30分钟降到1-2分钟，准确率≥95%</a:t>
            </a:r>
            <a:endParaRPr sz="11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7"/>
            </p:custDataLst>
          </p:nvPr>
        </p:nvSpPr>
        <p:spPr>
          <a:xfrm>
            <a:off x="731520" y="2482850"/>
            <a:ext cx="2962910" cy="86868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731520" y="2771458"/>
            <a:ext cx="2962910" cy="2914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证件自动识别与校验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3566160" y="2482850"/>
            <a:ext cx="8030210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3703320" y="2528570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痛点：痛点：人事录入身份证/学位证需手工核对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3703320" y="2757170"/>
            <a:ext cx="774319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方案：方案：证件类型检测 → 四角定位透视变换（分割+对齐）→ OCR识别 → 自动比对档案信息并发现不一致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3703320" y="3049905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效果：效果：录入零错误，节省人事大量核对时间</a:t>
            </a:r>
            <a:endParaRPr sz="11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3"/>
            </p:custDataLst>
          </p:nvPr>
        </p:nvSpPr>
        <p:spPr>
          <a:xfrm>
            <a:off x="731520" y="3452495"/>
            <a:ext cx="2962910" cy="86868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731520" y="3741103"/>
            <a:ext cx="2962910" cy="2914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手写签名验证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>
            <p:custDataLst>
              <p:tags r:id="rId15"/>
            </p:custDataLst>
          </p:nvPr>
        </p:nvSpPr>
        <p:spPr>
          <a:xfrm>
            <a:off x="3566160" y="3452495"/>
            <a:ext cx="8030210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3703320" y="3498215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痛点：痛点：审批仍需打印签字再扫描，无法验真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7"/>
            </p:custDataLst>
          </p:nvPr>
        </p:nvSpPr>
        <p:spPr>
          <a:xfrm>
            <a:off x="3703320" y="3726815"/>
            <a:ext cx="774319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方案：方案：首登3-5个签名样本建特征库 → 审批上传时用图像相似度匹配辅助验真 → 后续发展为在线电子签名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3703320" y="4019550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效果：效果：审批无需打印，签名辅助验真防伪造</a:t>
            </a:r>
            <a:endParaRPr sz="11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>
            <p:custDataLst>
              <p:tags r:id="rId19"/>
            </p:custDataLst>
          </p:nvPr>
        </p:nvSpPr>
        <p:spPr>
          <a:xfrm>
            <a:off x="731520" y="4421505"/>
            <a:ext cx="2962910" cy="86868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731520" y="4710113"/>
            <a:ext cx="2962910" cy="2914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人像与证照比对（人脸识别）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>
            <p:custDataLst>
              <p:tags r:id="rId21"/>
            </p:custDataLst>
          </p:nvPr>
        </p:nvSpPr>
        <p:spPr>
          <a:xfrm>
            <a:off x="3566160" y="4421505"/>
            <a:ext cx="8030210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22"/>
            </p:custDataLst>
          </p:nvPr>
        </p:nvSpPr>
        <p:spPr>
          <a:xfrm>
            <a:off x="3703320" y="4467225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痛点：痛点：新人照片与本人是否一致、内部考勤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3"/>
            </p:custDataLst>
          </p:nvPr>
        </p:nvSpPr>
        <p:spPr>
          <a:xfrm>
            <a:off x="3703320" y="4695825"/>
            <a:ext cx="774319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方案：方案：证件照人脸检测+特征提取 → 入职照片比对确认本人 → 后续对接人脸识别考勤/签到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24"/>
            </p:custDataLst>
          </p:nvPr>
        </p:nvSpPr>
        <p:spPr>
          <a:xfrm>
            <a:off x="3703320" y="4988560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效果：效果：杜绝冒用身份，考勤更高效</a:t>
            </a:r>
            <a:endParaRPr sz="11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>
            <p:custDataLst>
              <p:tags r:id="rId25"/>
            </p:custDataLst>
          </p:nvPr>
        </p:nvSpPr>
        <p:spPr>
          <a:xfrm>
            <a:off x="731520" y="5391150"/>
            <a:ext cx="2962910" cy="86868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>
            <p:custDataLst>
              <p:tags r:id="rId26"/>
            </p:custDataLst>
          </p:nvPr>
        </p:nvSpPr>
        <p:spPr>
          <a:xfrm>
            <a:off x="731520" y="5679758"/>
            <a:ext cx="2962910" cy="2914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 纸质档案批量数字化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>
            <p:custDataLst>
              <p:tags r:id="rId27"/>
            </p:custDataLst>
          </p:nvPr>
        </p:nvSpPr>
        <p:spPr>
          <a:xfrm>
            <a:off x="3566160" y="5391150"/>
            <a:ext cx="8030210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>
            <p:custDataLst>
              <p:tags r:id="rId28"/>
            </p:custDataLst>
          </p:nvPr>
        </p:nvSpPr>
        <p:spPr>
          <a:xfrm>
            <a:off x="3703320" y="5436870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痛点：痛点：历史存量档案手工电子化工作量巨大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29"/>
            </p:custDataLst>
          </p:nvPr>
        </p:nvSpPr>
        <p:spPr>
          <a:xfrm>
            <a:off x="3703320" y="5665470"/>
            <a:ext cx="7743190" cy="275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方案：方案：批量扫描 → 自动分类（履历/审批/证件）→ 关键区域分割 → OCR识别 → 自动归入对应人员档案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>
            <p:custDataLst>
              <p:tags r:id="rId30"/>
            </p:custDataLst>
          </p:nvPr>
        </p:nvSpPr>
        <p:spPr>
          <a:xfrm>
            <a:off x="3703320" y="5957570"/>
            <a:ext cx="7743190" cy="2603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效果：效果：核心技术：图像分类+目标检测+版面分割，全部自研可控</a:t>
            </a:r>
            <a:endParaRPr sz="11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>
            <p:custDataLst>
              <p:tags r:id="rId31"/>
            </p:custDataLst>
          </p:nvPr>
        </p:nvSpPr>
        <p:spPr>
          <a:xfrm>
            <a:off x="731520" y="6177280"/>
            <a:ext cx="10993120" cy="762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574663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★ 所有模型部署在内网服务器，数据不出单位，完全满足涉密要求</a:t>
            </a:r>
            <a:endParaRPr sz="1300" b="1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D5A27"/>
                </a:solidFill>
                <a:latin typeface="微软雅黑" panose="020B0503020204020204" charset="-122"/>
                <a:ea typeface="微软雅黑" panose="020B0503020204020204" charset="-122"/>
              </a:rPr>
              <a:t>八、对单位数智化发展的贡献设想</a:t>
            </a:r>
            <a:endParaRPr sz="2600" b="1">
              <a:solidFill>
                <a:srgbClr val="2D5A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69848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单位内部信息管理系统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611880" cy="9144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3611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6118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档案全面数字化升级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3611880" cy="4389120"/>
          </a:xfrm>
          <a:prstGeom prst="rect">
            <a:avLst/>
          </a:prstGeom>
          <a:solidFill>
            <a:srgbClr val="F5F7FA"/>
          </a:solidFill>
          <a:ln w="63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3246120" cy="4023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解决'从纸到数'的核心瓶颈，这是很多单位数智化的最大瓶颈。通过手写识别、版面分割、证件识别，把历史存量档案快速电子化，让信息系统真正有数据可用。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80559" y="1554480"/>
            <a:ext cx="3611880" cy="91440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600200"/>
            <a:ext cx="3611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59" y="1965960"/>
            <a:ext cx="36118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办公流程深度智能化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80559" y="2468880"/>
            <a:ext cx="3611880" cy="4389120"/>
          </a:xfrm>
          <a:prstGeom prst="rect">
            <a:avLst/>
          </a:prstGeom>
          <a:solidFill>
            <a:srgbClr val="F5F7FA"/>
          </a:solidFill>
          <a:ln w="6350">
            <a:solidFill>
              <a:srgbClr val="2B5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2651760"/>
            <a:ext cx="3246120" cy="4023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在现有系统基础上逐步引入：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① 自然语言问答：领导提问自动生成报表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② 智能预警：证件过期、合同续签、退休临近自动提醒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③ 审批智能辅助：根据历史记录给出审批建议，减轻领导负担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598" y="1554480"/>
            <a:ext cx="3611880" cy="914400"/>
          </a:xfrm>
          <a:prstGeom prst="rect">
            <a:avLst/>
          </a:prstGeom>
          <a:solidFill>
            <a:srgbClr val="C9A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8" y="1600200"/>
            <a:ext cx="3611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第三层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8" y="1965960"/>
            <a:ext cx="36118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数据安全与隐私保护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598" y="2468880"/>
            <a:ext cx="3611880" cy="4389120"/>
          </a:xfrm>
          <a:prstGeom prst="rect">
            <a:avLst/>
          </a:prstGeom>
          <a:solidFill>
            <a:srgbClr val="F5F7FA"/>
          </a:solidFill>
          <a:ln w="6350">
            <a:solidFill>
              <a:srgbClr val="C9A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8" y="2651760"/>
            <a:ext cx="3246120" cy="4023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结合图像处理与密码学保护敏感数据：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① 证件照片上传后自动脱敏（身份证号打码、人脸模糊）再存储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② 敏感图像轻量级加密存储，有权限才能查看原图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③ 操作日志与图像均加密，确保隐私合规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C9A54F"/>
                </a:solidFill>
                <a:latin typeface="微软雅黑" panose="020B0503020204020204" charset="-122"/>
                <a:ea typeface="微软雅黑" panose="020B0503020204020204" charset="-122"/>
              </a:rPr>
              <a:t>核心优势：所有模型和算法自主可控，部署在内网，不调用外部API；可针对单位实际数据做定制化微调和迭代</a:t>
            </a:r>
            <a:endParaRPr sz="1400" b="1">
              <a:solidFill>
                <a:srgbClr val="C9A5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6140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97280" y="1965960"/>
            <a:ext cx="1645920" cy="36576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377440"/>
            <a:ext cx="1828800" cy="96012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当前进展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82296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六大核心模块开发完成，7项安全加固到位，</a:t>
            </a:r>
            <a:endParaRPr sz="17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系统已具备内网上线试运行条件</a:t>
            </a:r>
            <a:endParaRPr sz="17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97280" y="3566160"/>
            <a:ext cx="1828800" cy="960120"/>
          </a:xfrm>
          <a:prstGeom prst="rect">
            <a:avLst/>
          </a:prstGeom>
          <a:solidFill>
            <a:srgbClr val="C9A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专业结合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8960" y="3703320"/>
            <a:ext cx="82296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系统已初步应用文档识别、字段匹配、场景分类等技术；</a:t>
            </a:r>
            <a:endParaRPr sz="17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后续持续结合研究方向，解决手写识别、签名验证等实际痛点</a:t>
            </a:r>
            <a:endParaRPr sz="17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97280" y="4754880"/>
            <a:ext cx="1828800" cy="96012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下一步计划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08960" y="4892040"/>
            <a:ext cx="82296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立即部署上线、小范围试运行，</a:t>
            </a:r>
            <a:endParaRPr sz="17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优先推进手写表格识别模块落地，完成从'有系统'到'有智能系统'的跨越</a:t>
            </a:r>
            <a:endParaRPr sz="17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0" y="6035040"/>
            <a:ext cx="2103120" cy="27432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17220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请领导批示，谢谢！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2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3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4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5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6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7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8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9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0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1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2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3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4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5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6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7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8.xml><?xml version="1.0" encoding="utf-8"?>
<p:tagLst xmlns:p="http://schemas.openxmlformats.org/presentationml/2006/main">
  <p:tag name="KSO_WM_DIAGRAM_VIRTUALLY_FRAME" val="{&quot;height&quot;:320.4,&quot;left&quot;:57.6,&quot;top&quot;:144,&quot;width&quot;:831.6}"/>
</p:tagLst>
</file>

<file path=ppt/tags/tag19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0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1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2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3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4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5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6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7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8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29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0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1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2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3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4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5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6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7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8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39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0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1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2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3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4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5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6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7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8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ags/tag49.xml><?xml version="1.0" encoding="utf-8"?>
<p:tagLst xmlns:p="http://schemas.openxmlformats.org/presentationml/2006/main">
  <p:tag name="KSO_WM_DIAGRAM_VIRTUALLY_FRAME" val="{&quot;height&quot;:391.3,&quot;left&quot;:57.6,&quot;top&quot;:119.2,&quot;width&quot;:86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3098</Words>
  <Application>WPS 演示</Application>
  <PresentationFormat>On-screen Show (4:3)</PresentationFormat>
  <Paragraphs>328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</cp:lastModifiedBy>
  <cp:revision>2</cp:revision>
  <dcterms:created xsi:type="dcterms:W3CDTF">2013-01-27T09:14:00Z</dcterms:created>
  <dcterms:modified xsi:type="dcterms:W3CDTF">2026-08-13T14:17:25Z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3AB22F5B622C41CB834032E17FDC6C0E_12</vt:lpwstr>
  </property>
</Properties>
</file>